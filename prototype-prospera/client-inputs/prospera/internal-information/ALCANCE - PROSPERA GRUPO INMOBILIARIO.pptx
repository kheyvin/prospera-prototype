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94" d="100"/>
          <a:sy n="94" d="100"/>
        </p:scale>
        <p:origin x="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6A473-EFED-9DBF-B42E-DCF697288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F03FF8-D85A-B5E7-A34D-5E9626220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947C03-8778-F889-FD36-409B8DFC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ED2-5B45-4528-9B5A-1E78420A2237}" type="datetimeFigureOut">
              <a:rPr lang="es-PE" smtClean="0"/>
              <a:t>24/08/2026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504FBD-58A5-CA2A-181C-CC4302E2B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11653E-57C2-3617-6F97-E0E932F3B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FCAA-A53A-493B-83DF-D4939BF0C5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7338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00B37-036A-3645-84E6-C689779CD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882506-E238-7F4E-4C27-47C94C7EF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A0D393-0746-EE3F-DC28-1ABF47C6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ED2-5B45-4528-9B5A-1E78420A2237}" type="datetimeFigureOut">
              <a:rPr lang="es-PE" smtClean="0"/>
              <a:t>24/08/2026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2CF3E0-AD6B-1D35-FFF1-F64E965AA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C7388D-C65D-CCFA-92DA-3D0FA0A00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FCAA-A53A-493B-83DF-D4939BF0C5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55390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85C14E-29A4-7F3D-84EF-224CD5524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2DD185-A8D8-E6C9-D743-CAC508C29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9030C0-8DE5-0292-29A5-CEF73C9F9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ED2-5B45-4528-9B5A-1E78420A2237}" type="datetimeFigureOut">
              <a:rPr lang="es-PE" smtClean="0"/>
              <a:t>24/08/2026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E75769-97A9-C69D-1AEF-98F0D51A7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876CDC-FAF5-CCCB-34D6-9A1BA1351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FCAA-A53A-493B-83DF-D4939BF0C5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6233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40651-7750-46D5-16FC-BB588FE3D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4F92C1-6E77-7473-FF96-EEBBDD5D7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92F61B-3A8D-10BA-47CA-858B2CC24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B60DF6-2104-A1CF-4628-716B04E5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ED2-5B45-4528-9B5A-1E78420A2237}" type="datetimeFigureOut">
              <a:rPr lang="es-PE" smtClean="0"/>
              <a:t>24/08/2026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C7112C-A5E6-9221-B56D-865D5B9F6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4C1B41-9F3C-C13E-06AC-ED083A814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FCAA-A53A-493B-83DF-D4939BF0C5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312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A4684-14EB-40AD-9922-8AD2D8802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09EE53-5573-D914-0CEE-426C37CC2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1336BC-C391-1A3F-0655-4FFDE902C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BC0274C-DE5F-5D2B-7138-C4F93F2880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DF21041-650F-8599-810C-D949EB2C4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3C1932C-33BA-11D0-4211-AD125A73F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ED2-5B45-4528-9B5A-1E78420A2237}" type="datetimeFigureOut">
              <a:rPr lang="es-PE" smtClean="0"/>
              <a:t>24/08/2026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107511B-C9D0-B98F-A85F-849A251CD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BE3F9DD-33E6-ACE8-6B51-AB713DFEB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FCAA-A53A-493B-83DF-D4939BF0C5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56311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188E8-55A2-C031-B302-85AB03AD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C8DC0CA-24A1-6CD9-E475-343C1560F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ED2-5B45-4528-9B5A-1E78420A2237}" type="datetimeFigureOut">
              <a:rPr lang="es-PE" smtClean="0"/>
              <a:t>24/08/2026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967C78-9212-B605-3C0C-6B59FFFC3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AC794C2-E74C-5818-4BBC-897A47EB7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FCAA-A53A-493B-83DF-D4939BF0C5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46832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A2341D7-AB4A-625E-D30F-B1EA352AD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ED2-5B45-4528-9B5A-1E78420A2237}" type="datetimeFigureOut">
              <a:rPr lang="es-PE" smtClean="0"/>
              <a:t>24/08/2026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C051D59-90DB-A4AA-E893-A0F92E9C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84E53C-209D-7114-040D-9D865AEF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FCAA-A53A-493B-83DF-D4939BF0C5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1754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41B50-4111-0282-D06C-7CB46B22E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61C2D8-CCDE-39E9-9522-B123288D8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21A70E-9D32-0AB4-0B55-799CE2ECA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AF123A-C6C1-4AF4-9928-4C841EEA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ED2-5B45-4528-9B5A-1E78420A2237}" type="datetimeFigureOut">
              <a:rPr lang="es-PE" smtClean="0"/>
              <a:t>24/08/2026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051A6D-45C2-C807-777B-1ABA359C0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D4F53C-F1FB-9289-4171-D691BD5E9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FCAA-A53A-493B-83DF-D4939BF0C5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2552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D72E17-1187-3325-616E-56B770ED5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6D2D177-815F-4605-41F7-95226EDBDD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D076819-6C68-F48E-8AAF-377CFDEA6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39FD09-FA7D-5653-1ED2-4D3A493A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ED2-5B45-4528-9B5A-1E78420A2237}" type="datetimeFigureOut">
              <a:rPr lang="es-PE" smtClean="0"/>
              <a:t>24/08/2026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11BC35-DF40-1FF4-7CD0-573E22F54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A7B6D4-FFE9-18D2-40F4-C2581D57C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FCAA-A53A-493B-83DF-D4939BF0C5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9971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175A0-415F-B433-D5E3-54E97DBB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1482B2-12BE-2A77-C753-D3AF05EFA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5A3447-B951-0287-6D30-222DA1F39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ED2-5B45-4528-9B5A-1E78420A2237}" type="datetimeFigureOut">
              <a:rPr lang="es-PE" smtClean="0"/>
              <a:t>24/08/2026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29176D-E263-A78E-F367-877FB6B34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EE45C3-3DC6-EB0D-B054-0C951396C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FCAA-A53A-493B-83DF-D4939BF0C5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16738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172B56-A23C-77F3-5D34-870AA6048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657D80-1D4B-5687-AB8F-2142CD187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23144C-5E74-1A68-6A16-15894900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ED2-5B45-4528-9B5A-1E78420A2237}" type="datetimeFigureOut">
              <a:rPr lang="es-PE" smtClean="0"/>
              <a:t>24/08/2026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B04218-E8BA-815F-1A03-03CF7C354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F37876-6061-36E9-CABB-398E97542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FCAA-A53A-493B-83DF-D4939BF0C5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90377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3170487-ED7B-EB8E-63C5-88B0551E9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517108-5598-A98A-A0C0-70D95B07C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76A716-8DCE-E0E6-5121-4137DA0468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F1ED2-5B45-4528-9B5A-1E78420A2237}" type="datetimeFigureOut">
              <a:rPr lang="es-PE" smtClean="0"/>
              <a:t>24/08/2026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C9EDCD-3A11-2A8F-CB05-CB240D5F0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089278-A09E-6350-1A5C-B375D5A17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EFCAA-A53A-493B-83DF-D4939BF0C5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3202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errar llave 3">
            <a:extLst>
              <a:ext uri="{FF2B5EF4-FFF2-40B4-BE49-F238E27FC236}">
                <a16:creationId xmlns:a16="http://schemas.microsoft.com/office/drawing/2014/main" id="{2FF15284-E649-81E4-CEB4-8899388819B7}"/>
              </a:ext>
            </a:extLst>
          </p:cNvPr>
          <p:cNvSpPr/>
          <p:nvPr/>
        </p:nvSpPr>
        <p:spPr>
          <a:xfrm>
            <a:off x="8379280" y="2518682"/>
            <a:ext cx="236765" cy="36290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74678A-A7D1-9A75-F4E1-36E5B73CC25A}"/>
              </a:ext>
            </a:extLst>
          </p:cNvPr>
          <p:cNvSpPr txBox="1"/>
          <p:nvPr/>
        </p:nvSpPr>
        <p:spPr>
          <a:xfrm>
            <a:off x="8686802" y="4099541"/>
            <a:ext cx="3706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Legal – Soporte Transversal</a:t>
            </a:r>
            <a:endParaRPr lang="es-PE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648148A-957E-DD36-6CF6-E1C429929400}"/>
              </a:ext>
            </a:extLst>
          </p:cNvPr>
          <p:cNvSpPr txBox="1"/>
          <p:nvPr/>
        </p:nvSpPr>
        <p:spPr>
          <a:xfrm>
            <a:off x="1072244" y="483447"/>
            <a:ext cx="4808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ALCANCE: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B702285-F193-9B35-87CF-9DAD14C0A33B}"/>
              </a:ext>
            </a:extLst>
          </p:cNvPr>
          <p:cNvSpPr txBox="1"/>
          <p:nvPr/>
        </p:nvSpPr>
        <p:spPr>
          <a:xfrm>
            <a:off x="1072244" y="1994228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/>
              <a:t>Detalle de los procesos incluidos: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5AEDC96-FF79-02EC-497F-015A3C06DA1B}"/>
              </a:ext>
            </a:extLst>
          </p:cNvPr>
          <p:cNvSpPr txBox="1"/>
          <p:nvPr/>
        </p:nvSpPr>
        <p:spPr>
          <a:xfrm>
            <a:off x="1072244" y="2486534"/>
            <a:ext cx="69396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s-PE" dirty="0"/>
              <a:t>Evaluación y adquisición de terrenos.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PE" dirty="0"/>
              <a:t>Estructuración y planificación de proyectos inmobiliarios.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PE" dirty="0"/>
              <a:t>Estructuración financiera y gestión de fuentes de financiamiento.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PE" dirty="0"/>
              <a:t>Diseño y coordinación de especialidades.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PE" dirty="0"/>
              <a:t>Gestión de marketing y publicidad de los proyectos.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PE" dirty="0"/>
              <a:t>Gestión de licencias, permisos y autorizaciones aplicables.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PE" dirty="0"/>
              <a:t>Comercialización y venta de unidades inmobiliarias.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PE" dirty="0"/>
              <a:t>Gestión de la construcción, incluyendo la contratación, supervisión, seguimiento y control de proveedores y contratistas.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PE" dirty="0"/>
              <a:t>Entrega de unidades inmobiliarias, atención al cliente y servicio posventa.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PE" dirty="0"/>
              <a:t>Gestión de la conformidad de obra e independización de las unidades inmobiliarias.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B7C0041-D865-DA89-07E3-2B435249E338}"/>
              </a:ext>
            </a:extLst>
          </p:cNvPr>
          <p:cNvSpPr txBox="1"/>
          <p:nvPr/>
        </p:nvSpPr>
        <p:spPr>
          <a:xfrm>
            <a:off x="1072244" y="852779"/>
            <a:ext cx="8888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/>
              <a:t>Gestión y desarrollo de proyectos inmobiliarios residenciales, desde la evaluación y adquisición de terrenos hasta la entrega de unidades inmobiliarias y atención posventa.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ED0489B-C920-ADCA-E89A-1FFF6248F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352" y="94480"/>
            <a:ext cx="1994808" cy="57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7285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134</Words>
  <Application>Microsoft Office PowerPoint</Application>
  <PresentationFormat>Panorámica</PresentationFormat>
  <Paragraphs>14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 ESTHER PEREZ GOMEZ</dc:creator>
  <cp:lastModifiedBy>ISABEL ESTHER PEREZ GOMEZ</cp:lastModifiedBy>
  <cp:revision>2</cp:revision>
  <dcterms:created xsi:type="dcterms:W3CDTF">2026-08-24T22:42:39Z</dcterms:created>
  <dcterms:modified xsi:type="dcterms:W3CDTF">2026-08-24T22:56:07Z</dcterms:modified>
</cp:coreProperties>
</file>